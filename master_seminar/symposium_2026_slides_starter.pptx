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Scene-Level Narrative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Detecting Manipulation in Short-Form Social Media Videos</a:t>
            </a:r>
          </a:p>
          <a:p>
            <a:pPr>
              <a:defRPr sz="2200"/>
            </a:pPr>
            <a:r>
              <a:t>Andrii Hupalo</a:t>
            </a:r>
          </a:p>
          <a:p>
            <a:pPr>
              <a:defRPr sz="2200"/>
            </a:pPr>
            <a:r>
              <a:t>Ukrainian Catholic University</a:t>
            </a:r>
          </a:p>
          <a:p>
            <a:pPr>
              <a:defRPr sz="2200"/>
            </a:pPr>
            <a:r>
              <a:t>Problem: pixel-level detectors miss cheapfakes built from authentic footage.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Why Existing Forensics Miss Cheapfakes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Deepfake detectors focus on synthetic artifacts.</a:t>
            </a:r>
          </a:p>
          <a:p>
            <a:pPr>
              <a:defRPr sz="2200"/>
            </a:pPr>
            <a:r>
              <a:t>Cheapfakes alter meaning, not necessarily pixels.</a:t>
            </a:r>
          </a:p>
          <a:p>
            <a:pPr>
              <a:defRPr sz="2200"/>
            </a:pPr>
            <a:r>
              <a:t>Real footage + misleading caption/narration can bypass artifact checks.</a:t>
            </a:r>
          </a:p>
          <a:p>
            <a:pPr>
              <a:defRPr sz="2200"/>
            </a:pPr>
            <a:r>
              <a:t>Research gap: no robust scene-level cross-modal narrative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RQ1: Can scene segmentation recover narrative units?</a:t>
            </a:r>
          </a:p>
          <a:p>
            <a:pPr>
              <a:defRPr sz="2200"/>
            </a:pPr>
            <a:r>
              <a:t>RQ2: Hybrid CV+LLM vs end-to-end transformer: what works better?</a:t>
            </a:r>
          </a:p>
          <a:p>
            <a:pPr>
              <a:defRPr sz="2200"/>
            </a:pPr>
            <a:r>
              <a:t>RQ3: Can enriched metadata support weakly supervised learning?</a:t>
            </a:r>
          </a:p>
          <a:p>
            <a:pPr>
              <a:defRPr sz="2200"/>
            </a:pPr>
            <a:r>
              <a:t>RQ4: Are multimodal LLMs reliable enough for forensic reasoning?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Data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Proprietary corpus: ~7.4k multilingual TikTok videos.</a:t>
            </a:r>
          </a:p>
          <a:p>
            <a:pPr>
              <a:defRPr sz="2200"/>
            </a:pPr>
            <a:r>
              <a:t>Duration: 15-60s (median 28s).</a:t>
            </a:r>
          </a:p>
          <a:p>
            <a:pPr>
              <a:defRPr sz="2200"/>
            </a:pPr>
            <a:r>
              <a:t>Scene transitions: 3-8 per video (median 4).</a:t>
            </a:r>
          </a:p>
          <a:p>
            <a:pPr>
              <a:defRPr sz="2200"/>
            </a:pPr>
            <a:r>
              <a:t>Enrichment: OCR, ASR, visual descriptions, embeddings, weak-reference signals.</a:t>
            </a:r>
          </a:p>
          <a:p>
            <a:pPr>
              <a:defRPr sz="2200"/>
            </a:pPr>
            <a:r>
              <a:t>Constraint: NDA, aggregated reporting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For each narrative segment N_i, extract:</a:t>
            </a:r>
          </a:p>
          <a:p>
            <a:pPr>
              <a:defRPr sz="2200"/>
            </a:pPr>
            <a:r>
              <a:t>visual representation v_i</a:t>
            </a:r>
          </a:p>
          <a:p>
            <a:pPr>
              <a:defRPr sz="2200"/>
            </a:pPr>
            <a:r>
              <a:t>audio representation a_i</a:t>
            </a:r>
          </a:p>
          <a:p>
            <a:pPr>
              <a:defRPr sz="2200"/>
            </a:pPr>
            <a:r>
              <a:t>text representation t_i</a:t>
            </a:r>
          </a:p>
          <a:p>
            <a:pPr>
              <a:defRPr sz="2200"/>
            </a:pPr>
            <a:r>
              <a:t>Compute consistency: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C(N_i)=sim(v_i,t_i)+sim(a_i,t_i)+sim(v_i,a_i)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Predict video-level manipulation score M\in[0,1].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Hybrid CV+LLM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Adaptive scene segmentation</a:t>
            </a:r>
          </a:p>
          <a:p>
            <a:pPr>
              <a:defRPr sz="2200"/>
            </a:pPr>
            <a:r>
              <a:t>Multimodal extraction (visual, OCR, ASR)</a:t>
            </a:r>
          </a:p>
          <a:p>
            <a:pPr>
              <a:defRPr sz="2200"/>
            </a:pPr>
            <a:r>
              <a:t>Scene-level LLM consistency reasoning</a:t>
            </a:r>
          </a:p>
          <a:p>
            <a:pPr>
              <a:defRPr sz="2200"/>
            </a:pPr>
            <a:r>
              <a:t>Weighted aggregation to video-level score</a:t>
            </a:r>
          </a:p>
          <a:p>
            <a:pPr>
              <a:defRPr sz="2200"/>
            </a:pPr>
            <a:r>
              <a:t>Key strength: interpretable scene-level justifications.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End-to-End Transformer Alternative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Joint multimodal encoding (visual + audio + text)</a:t>
            </a:r>
          </a:p>
          <a:p>
            <a:pPr>
              <a:defRPr sz="2200"/>
            </a:pPr>
            <a:r>
              <a:t>Auxiliary tasks: segmentation + consistency learning</a:t>
            </a:r>
          </a:p>
          <a:p>
            <a:pPr>
              <a:defRPr sz="2200"/>
            </a:pPr>
            <a:r>
              <a:t>Potentially stronger with enough training data</a:t>
            </a:r>
          </a:p>
          <a:p>
            <a:pPr>
              <a:defRPr sz="2200"/>
            </a:pPr>
            <a:r>
              <a:t>Trade-off:</a:t>
            </a:r>
          </a:p>
          <a:p>
            <a:pPr>
              <a:defRPr sz="2200"/>
            </a:pPr>
            <a:r>
              <a:t>Higher compute</a:t>
            </a:r>
          </a:p>
          <a:p>
            <a:pPr>
              <a:defRPr sz="2200"/>
            </a:pPr>
            <a:r>
              <a:t>Lower interpretability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Pilot Evaluation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FakeTT pilot</a:t>
            </a:r>
          </a:p>
          <a:p>
            <a:pPr>
              <a:defRPr sz="2200"/>
            </a:pPr>
            <a:r>
              <a:t>100 videos (50 fake / 50 real)</a:t>
            </a:r>
          </a:p>
          <a:p>
            <a:pPr>
              <a:defRPr sz="2200"/>
            </a:pPr>
            <a:r>
              <a:t>Proprietary pilot</a:t>
            </a:r>
          </a:p>
          <a:p>
            <a:pPr>
              <a:defRPr sz="2200"/>
            </a:pPr>
            <a:r>
              <a:t>100 videos with weak-reference external score</a:t>
            </a:r>
          </a:p>
          <a:p>
            <a:pPr>
              <a:defRPr sz="2200"/>
            </a:pPr>
            <a:r>
              <a:t>Metrics</a:t>
            </a:r>
          </a:p>
          <a:p>
            <a:pPr>
              <a:defRPr sz="2200"/>
            </a:pPr>
            <a:r>
              <a:t>Accuracy, Precision, Recall, F1</a:t>
            </a:r>
          </a:p>
          <a:p>
            <a:pPr>
              <a:defRPr sz="2200"/>
            </a:pPr>
            <a:r>
              <a:t>MAE, Pearson correlation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Pilot Results: FakeTT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TP 40, TN 17, FP 33, FN 10</a:t>
            </a:r>
          </a:p>
          <a:p>
            <a:pPr>
              <a:defRPr sz="2200"/>
            </a:pPr>
            <a:r>
              <a:t>Accuracy: 0.57</a:t>
            </a:r>
          </a:p>
          <a:p>
            <a:pPr>
              <a:defRPr sz="2200"/>
            </a:pPr>
            <a:r>
              <a:t>Precision: 0.548</a:t>
            </a:r>
          </a:p>
          <a:p>
            <a:pPr>
              <a:defRPr sz="2200"/>
            </a:pPr>
            <a:r>
              <a:t>Recall: 0.80</a:t>
            </a:r>
          </a:p>
          <a:p>
            <a:pPr>
              <a:defRPr sz="2200"/>
            </a:pPr>
            <a:r>
              <a:t>F1: 0.650</a:t>
            </a:r>
          </a:p>
          <a:p>
            <a:pPr>
              <a:defRPr sz="2200"/>
            </a:pPr>
            <a:r>
              <a:t>Interpretation: strong sensitivity, but over-flagging (false positives).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Pilot Results: Proprietary Subset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Mean external score: 35.9</a:t>
            </a:r>
          </a:p>
          <a:p>
            <a:pPr>
              <a:defRPr sz="2200"/>
            </a:pPr>
            <a:r>
              <a:t>Mean model score: 62.5</a:t>
            </a:r>
          </a:p>
          <a:p>
            <a:pPr>
              <a:defRPr sz="2200"/>
            </a:pPr>
            <a:r>
              <a:t>MAE: 37.6</a:t>
            </a:r>
          </a:p>
          <a:p>
            <a:pPr>
              <a:defRPr sz="2200"/>
            </a:pPr>
            <a:r>
              <a:t>Pearson r = 0.354</a:t>
            </a:r>
          </a:p>
          <a:p>
            <a:pPr>
              <a:defRPr sz="2200"/>
            </a:pPr>
            <a:r>
              <a:t>69/100 samples with scene_count = 0</a:t>
            </a:r>
          </a:p>
          <a:p>
            <a:pPr>
              <a:defRPr sz="2200"/>
            </a:pPr>
            <a:r>
              <a:t>Main bottleneck: segmentation robustness in short/noisy clips.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Scene detection misses in compressed short clips</a:t>
            </a:r>
          </a:p>
          <a:p>
            <a:pPr>
              <a:defRPr sz="2200"/>
            </a:pPr>
            <a:r>
              <a:t>OCR noise in low-quality overlays</a:t>
            </a:r>
          </a:p>
          <a:p>
            <a:pPr>
              <a:defRPr sz="2200"/>
            </a:pPr>
            <a:r>
              <a:t>ASR errors in multilingual/noisy speech</a:t>
            </a:r>
          </a:p>
          <a:p>
            <a:pPr>
              <a:defRPr sz="2200"/>
            </a:pPr>
            <a:r>
              <a:t>Ambiguity in contextual framing</a:t>
            </a:r>
          </a:p>
          <a:p>
            <a:pPr>
              <a:defRPr sz="2200"/>
            </a:pPr>
            <a:r>
              <a:t>These are engineering bottlenecks, not evidence against the core formulation.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8-Week Execution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Weeks 1-2: segmentation and extraction stabilization</a:t>
            </a:r>
          </a:p>
          <a:p>
            <a:pPr>
              <a:defRPr sz="2200"/>
            </a:pPr>
            <a:r>
              <a:t>Weeks 3-4: hybrid calibration and evaluation</a:t>
            </a:r>
          </a:p>
          <a:p>
            <a:pPr>
              <a:defRPr sz="2200"/>
            </a:pPr>
            <a:r>
              <a:t>Weeks 5-6: transformer baseline implementation</a:t>
            </a:r>
          </a:p>
          <a:p>
            <a:pPr>
              <a:defRPr sz="2200"/>
            </a:pPr>
            <a:r>
              <a:t>Weeks 7-8: ablations and symposium final package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Contributions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Shift from pixel artifacts to narrative consistency verification</a:t>
            </a:r>
          </a:p>
          <a:p>
            <a:pPr>
              <a:defRPr sz="2200"/>
            </a:pPr>
            <a:r>
              <a:t>Dual-track architecture for interpretable and scalable detection</a:t>
            </a:r>
          </a:p>
          <a:p>
            <a:pPr>
              <a:defRPr sz="2200"/>
            </a:pPr>
            <a:r>
              <a:t>Practical path for cheapfake detection in real social media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Narrative manipulation is now the dominant threat.</a:t>
            </a:r>
          </a:p>
          <a:p>
            <a:pPr>
              <a:defRPr sz="2200"/>
            </a:pPr>
            <a:r>
              <a:t>Scene-level multimodal verification is feasible.</a:t>
            </a:r>
          </a:p>
          <a:p>
            <a:pPr>
              <a:defRPr sz="2200"/>
            </a:pPr>
            <a:r>
              <a:t>Pilot results expose clear bottlenecks and next actions.</a:t>
            </a: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