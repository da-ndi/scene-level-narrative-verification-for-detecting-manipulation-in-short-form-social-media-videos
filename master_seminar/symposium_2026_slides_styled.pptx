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F172A"/>
                </a:solidFill>
              </a:defRPr>
            </a:pPr>
            <a:r>
              <a:t>Scene-Level Narrative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800" b="1">
                <a:solidFill>
                  <a:srgbClr val="0F766E"/>
                </a:solidFill>
              </a:defRPr>
            </a:pPr>
            <a:r>
              <a:t>Detecting Manipulation in Short-Form Social Media Videos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Andrii Hupalo</a:t>
            </a:r>
          </a:p>
          <a:p>
            <a:pPr>
              <a:lnSpc>
                <a:spcPct val="120000"/>
              </a:lnSpc>
              <a:defRPr sz="2300" b="0">
                <a:solidFill>
                  <a:srgbClr val="334155"/>
                </a:solidFill>
              </a:defRPr>
            </a:pPr>
            <a:r>
              <a:t>Ukrainian Catholic University</a:t>
            </a:r>
          </a:p>
          <a:p>
            <a:pPr>
              <a:lnSpc>
                <a:spcPct val="120000"/>
              </a:lnSpc>
              <a:defRPr sz="2300" b="1">
                <a:solidFill>
                  <a:srgbClr val="B45309"/>
                </a:solidFill>
              </a:defRPr>
            </a:pPr>
            <a:r>
              <a:t>Problem: pixel-level detectors miss cheapfakes built from authentic footage.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Why Existing Forensics Miss Cheapfakes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Deepfake detectors focus on synthetic artifacts.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Cheapfakes alter meaning, not necessarily pixels.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Real footage + misleading caption/narration can bypass artifact checks.</a:t>
            </a:r>
          </a:p>
          <a:p>
            <a:pPr>
              <a:lnSpc>
                <a:spcPct val="120000"/>
              </a:lnSpc>
              <a:defRPr sz="2100" b="1">
                <a:solidFill>
                  <a:srgbClr val="B45309"/>
                </a:solidFill>
              </a:defRPr>
            </a:pPr>
            <a:r>
              <a:t>Research gap: no robust scene-level cross-modal narrative verification.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RQ1: Can scene segmentation recover narrative units?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RQ2: Hybrid CV+LLM vs end-to-end transformer: what works better?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RQ3: Can enriched metadata support weakly supervised learning?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RQ4: Are multimodal LLMs reliable enough for forensic reasoning?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Proprietary corpus: ~7.4k multilingual TikTok videos.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Duration: 15-60s (median 28s).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Scene transitions: 3-8 per video (median 4).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Enrichment: OCR, ASR, visual descriptions, embeddings, weak-reference signals.</a:t>
            </a:r>
          </a:p>
          <a:p>
            <a:pPr>
              <a:lnSpc>
                <a:spcPct val="120000"/>
              </a:lnSpc>
              <a:defRPr sz="2100" b="1">
                <a:solidFill>
                  <a:srgbClr val="B45309"/>
                </a:solidFill>
              </a:defRPr>
            </a:pPr>
            <a:r>
              <a:t>Constraint: NDA, aggregated reporting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Problem Formulation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For each narrative segment N_i, extract: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visual representation v_i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audio representation a_i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text representation t_i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Compute consistency: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C(N_i)=sim(v_i,t_i)+sim(a_i,t_i)+sim(v_i,a_i)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Predict video-level manipulation score M\in[0,1].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Hybrid CV+LLM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Adaptive scene segmentation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Multimodal extraction (visual, OCR, ASR)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Scene-level LLM consistency reasoning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Weighted aggregation to video-level score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Key strength: interpretable scene-level justifications.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End-to-End Transformer Alternative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Joint multimodal encoding (visual + audio + text)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Auxiliary tasks: segmentation + consistency learning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Potentially stronger with enough training data</a:t>
            </a:r>
          </a:p>
          <a:p>
            <a:pPr>
              <a:lnSpc>
                <a:spcPct val="120000"/>
              </a:lnSpc>
              <a:defRPr sz="2100" b="1">
                <a:solidFill>
                  <a:srgbClr val="B45309"/>
                </a:solidFill>
              </a:defRPr>
            </a:pPr>
            <a:r>
              <a:t>Trade-off: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Higher compute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Lower interpretability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Pilot Evaluation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FakeTT pilot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100 videos (50 fake / 50 real)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Proprietary pilot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100 videos with weak-reference external score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Metrics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Accuracy, Precision, Recall, F1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MAE, Pearson correlation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Pilot Results: FakeTT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TP 40, TN 17, FP 33, FN 10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Accuracy: 0.57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Precision: 0.548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Recall: 0.80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F1: 0.650</a:t>
            </a:r>
          </a:p>
          <a:p>
            <a:pPr>
              <a:lnSpc>
                <a:spcPct val="120000"/>
              </a:lnSpc>
              <a:defRPr sz="2100" b="1">
                <a:solidFill>
                  <a:srgbClr val="B45309"/>
                </a:solidFill>
              </a:defRPr>
            </a:pPr>
            <a:r>
              <a:t>Interpretation: strong sensitivity, but over-flagging (false positives).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Pilot Results: Proprietary Subset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Mean external score: 35.9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Mean model score: 62.5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MAE: 37.6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Pearson r = 0.354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69/100 samples with scene_count = 0</a:t>
            </a:r>
          </a:p>
          <a:p>
            <a:pPr>
              <a:lnSpc>
                <a:spcPct val="120000"/>
              </a:lnSpc>
              <a:defRPr sz="2100" b="1">
                <a:solidFill>
                  <a:srgbClr val="B45309"/>
                </a:solidFill>
              </a:defRPr>
            </a:pPr>
            <a:r>
              <a:t>Main bottleneck: segmentation robustness in short/noisy clips.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Failure Modes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Scene detection misses in compressed short clips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OCR noise in low-quality overlays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ASR errors in multilingual/noisy speech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Ambiguity in contextual framing</a:t>
            </a:r>
          </a:p>
          <a:p>
            <a:pPr>
              <a:lnSpc>
                <a:spcPct val="120000"/>
              </a:lnSpc>
              <a:defRPr sz="2100" b="0">
                <a:solidFill>
                  <a:srgbClr val="334155"/>
                </a:solidFill>
              </a:defRPr>
            </a:pPr>
            <a:r>
              <a:t>These are engineering bottlenecks, not evidence against the core formulation.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8-Week Execution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Weeks 1-2: segmentation and extraction stabilization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Weeks 3-4: hybrid calibration and evaluation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Weeks 5-6: transformer baseline implementation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Weeks 7-8: ablations and symposium final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Contributions and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Shift from pixel artifacts to narrative consistency verification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Dual-track architecture for interpretable and scalable detection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Practical path for cheapfake detection in real social media settings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881360" cy="2743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Narrative manipulation is now the dominant threat.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Scene-level multimodal verification is feasible.</a:t>
            </a:r>
          </a:p>
          <a:p>
            <a:pPr>
              <a:lnSpc>
                <a:spcPct val="120000"/>
              </a:lnSpc>
              <a:defRPr sz="2200" b="0">
                <a:solidFill>
                  <a:srgbClr val="334155"/>
                </a:solidFill>
              </a:defRPr>
            </a:pPr>
            <a:r>
              <a:t>Pilot results expose clear bottlenecks and next actions.</a:t>
            </a:r>
          </a:p>
          <a:p>
            <a:pPr>
              <a:lnSpc>
                <a:spcPct val="120000"/>
              </a:lnSpc>
              <a:defRPr sz="2400" b="1">
                <a:solidFill>
                  <a:srgbClr val="0F766E"/>
                </a:solidFill>
              </a:defRPr>
            </a:pPr>
            <a: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608076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