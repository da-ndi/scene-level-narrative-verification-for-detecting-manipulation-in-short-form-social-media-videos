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F172A"/>
                </a:solidFill>
              </a:defRPr>
            </a:pPr>
            <a:r>
              <a:t>Back-Up Slide 1: Segmentation Fallback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```text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Video Input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|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Primary: PySceneDetect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(Threshold = 27)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|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scene_count &gt; 0 ?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/ \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Yes No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| |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Rapid cuts captured Fallback: Fixed Temporal Windows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| Triggered if scene_count = 0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| (e.g., strict 5-second segments)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\ /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\ /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Continuous narrative unit extraction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|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Units passed to LLM reasoning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```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Primary: PySceneDetect (Threshold = 27), captures rapid cuts.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Fallback: Fixed Temporal Windows, triggered if scene_count = 0 (e.g., strict 5-second segments).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Goal: Continuous narrative unit extraction.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What to say (Script):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"When PySceneDetect fails due to hard cuts or artifacts, we don't just discard the video. Our fallback strategy, which we are implementing now, forces a fixed temporal window, for instance 5 seconds. This guarantees we always extract narrative units for the LLM to process."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