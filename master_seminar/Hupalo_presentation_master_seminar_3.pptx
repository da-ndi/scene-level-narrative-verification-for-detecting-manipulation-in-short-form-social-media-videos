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Inter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Inter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931b53a59e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931b53a59e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931b53a59e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931b53a59e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93ced21d8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93ced21d8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931b53a59e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931b53a59e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931b53a59e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931b53a59e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93ced21d8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93ced21d8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3ced21d8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93ced21d8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3ced21d8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93ced21d8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93ced21d8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93ced21d8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93ced21d8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93ced21d8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b8e5fc07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cb8e5fc07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cb8e5fc07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cb8e5fc07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cb8e5fc07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cb8e5fc07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cb8e5fc07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cb8e5fc07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cb8e5fc07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cb8e5fc07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cf5b363e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cf5b363e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cb8e5fc07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cb8e5fc07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931b53a59e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931b53a59e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5.jpg"/><Relationship Id="rId5" Type="http://schemas.openxmlformats.org/officeDocument/2006/relationships/image" Target="../media/image8.jpg"/><Relationship Id="rId6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5.jpg"/><Relationship Id="rId5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Relationship Id="rId4" Type="http://schemas.openxmlformats.org/officeDocument/2006/relationships/image" Target="../media/image17.jpg"/><Relationship Id="rId5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jpg"/><Relationship Id="rId4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jpg"/><Relationship Id="rId4" Type="http://schemas.openxmlformats.org/officeDocument/2006/relationships/image" Target="../media/image2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47"/>
          <p:cNvSpPr txBox="1"/>
          <p:nvPr/>
        </p:nvSpPr>
        <p:spPr>
          <a:xfrm>
            <a:off x="831600" y="290225"/>
            <a:ext cx="759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Scene-Level Narrative Verification for Detecting Manipulation in Short-Form Social Media Videos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63" name="Google Shape;363;p47" title="Screenshot 2026-01-29 at 11.36.3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424" y="1561625"/>
            <a:ext cx="2643825" cy="1850349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7"/>
          <p:cNvSpPr txBox="1"/>
          <p:nvPr/>
        </p:nvSpPr>
        <p:spPr>
          <a:xfrm>
            <a:off x="784875" y="1564264"/>
            <a:ext cx="31614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Problem:</a:t>
            </a:r>
            <a:r>
              <a:rPr lang="en" sz="1100">
                <a:solidFill>
                  <a:schemeClr val="dk1"/>
                </a:solidFill>
              </a:rPr>
              <a:t> Current detectors spot synthetic pixels (&gt;95% accuracy) but fail against "cheapfakes" (authentic footage recontextualized to mislead).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Solution:</a:t>
            </a:r>
            <a:r>
              <a:rPr lang="en" sz="1100">
                <a:solidFill>
                  <a:schemeClr val="dk1"/>
                </a:solidFill>
              </a:rPr>
              <a:t> A pipeline for scene-level verification that decomposes videos and checks narrative consistency using Computer Vision and Multimodal LLMs.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48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Робота з керівником: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1" name="Google Shape;371;p48"/>
          <p:cNvSpPr txBox="1"/>
          <p:nvPr/>
        </p:nvSpPr>
        <p:spPr>
          <a:xfrm>
            <a:off x="1037375" y="1071275"/>
            <a:ext cx="579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Фолоуап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49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План на 2 тижні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8" name="Google Shape;378;p49"/>
          <p:cNvSpPr txBox="1"/>
          <p:nvPr/>
        </p:nvSpPr>
        <p:spPr>
          <a:xfrm>
            <a:off x="5927675" y="610775"/>
            <a:ext cx="22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9" name="Google Shape;379;p49"/>
          <p:cNvSpPr txBox="1"/>
          <p:nvPr/>
        </p:nvSpPr>
        <p:spPr>
          <a:xfrm>
            <a:off x="903450" y="924875"/>
            <a:ext cx="31614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-Оптимізувати fusion модуль (підібрати значення  cosine similarity) +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-Масштабувати на 100 відео +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-запустити на локальній ллм +-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380" name="Google Shape;380;p49"/>
          <p:cNvSpPr txBox="1"/>
          <p:nvPr/>
        </p:nvSpPr>
        <p:spPr>
          <a:xfrm>
            <a:off x="903450" y="20747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381" name="Google Shape;381;p49" title="Untitled diagram-2026-01-29-0951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5731" y="336876"/>
            <a:ext cx="2107624" cy="436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50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Важливі дати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88" name="Google Shape;388;p50" title="Untitled diagram-2026-01-29-0957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50" y="951922"/>
            <a:ext cx="8839204" cy="12861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9" name="Google Shape;389;p50"/>
          <p:cNvCxnSpPr/>
          <p:nvPr/>
        </p:nvCxnSpPr>
        <p:spPr>
          <a:xfrm>
            <a:off x="4437925" y="981650"/>
            <a:ext cx="20400" cy="122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51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Що було зроблено: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" name="Google Shape;396;p51"/>
          <p:cNvSpPr txBox="1"/>
          <p:nvPr/>
        </p:nvSpPr>
        <p:spPr>
          <a:xfrm>
            <a:off x="5927675" y="610775"/>
            <a:ext cx="22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7" name="Google Shape;397;p51"/>
          <p:cNvSpPr txBox="1"/>
          <p:nvPr/>
        </p:nvSpPr>
        <p:spPr>
          <a:xfrm>
            <a:off x="880800" y="526625"/>
            <a:ext cx="78417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b="1" lang="en" sz="1000">
                <a:solidFill>
                  <a:schemeClr val="dk1"/>
                </a:solidFill>
              </a:rPr>
              <a:t>Налаштував «залізо» та дані: Підготував робоче середовище на базі 2xRTX 3090 та викачав повний датасет ( 7313 відео) з хмарного сховища на локальну станцію. На apple silicon теж працює</a:t>
            </a:r>
            <a:endParaRPr b="1" sz="1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b="1" lang="en" sz="1000">
                <a:solidFill>
                  <a:schemeClr val="dk1"/>
                </a:solidFill>
              </a:rPr>
              <a:t>Запустив код для сегментації: Написав скрипт, який автоматично ріже відео на окремі сцени з pyscenedetect (наративні блоки), використовуючи алгоритм AdaptiveDetector з оптимізованими параметрами під TikTok.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b="1" lang="en" sz="1000">
                <a:solidFill>
                  <a:schemeClr val="dk1"/>
                </a:solidFill>
              </a:rPr>
              <a:t>Отримав перші результати: Створив візуалізацію (storyboard), яка підтверджує, що програма правильно бачить межі сцен — тепер ці шматки можна «згодовувати» моделям типу Gemini для перевірки логіки та маніпуляцій.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8" name="Google Shape;39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975" y="2709800"/>
            <a:ext cx="5482726" cy="22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4" name="Google Shape;404;p52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Що було зроблено: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p52"/>
          <p:cNvSpPr txBox="1"/>
          <p:nvPr/>
        </p:nvSpPr>
        <p:spPr>
          <a:xfrm>
            <a:off x="5927675" y="610775"/>
            <a:ext cx="22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52"/>
          <p:cNvSpPr txBox="1"/>
          <p:nvPr/>
        </p:nvSpPr>
        <p:spPr>
          <a:xfrm>
            <a:off x="880800" y="526625"/>
            <a:ext cx="784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07" name="Google Shape;407;p52" title="Screenshot 2026-02-13 at 13.01.1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6300" y="751600"/>
            <a:ext cx="2547751" cy="31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2"/>
          <p:cNvSpPr txBox="1"/>
          <p:nvPr/>
        </p:nvSpPr>
        <p:spPr>
          <a:xfrm>
            <a:off x="158500" y="858950"/>
            <a:ext cx="4353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Whisper(audio): Як отримати без куштоню квадки на український подію? 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Ocr: Як отримати безкоштовні квитки на потяги?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09" name="Google Shape;40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61975"/>
            <a:ext cx="2424150" cy="161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5" name="Google Shape;415;p53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Що було зроблено: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53"/>
          <p:cNvSpPr txBox="1"/>
          <p:nvPr/>
        </p:nvSpPr>
        <p:spPr>
          <a:xfrm>
            <a:off x="5927675" y="610775"/>
            <a:ext cx="22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Google Shape;417;p53"/>
          <p:cNvSpPr txBox="1"/>
          <p:nvPr/>
        </p:nvSpPr>
        <p:spPr>
          <a:xfrm>
            <a:off x="880800" y="526625"/>
            <a:ext cx="784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Google Shape;418;p53"/>
          <p:cNvSpPr txBox="1"/>
          <p:nvPr/>
        </p:nvSpPr>
        <p:spPr>
          <a:xfrm>
            <a:off x="158500" y="858950"/>
            <a:ext cx="4353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Whisper(audio): -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Ocr: </a:t>
            </a: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NV = КИЯНИ РОЗВАЖАЮТЬСЯ HA ОСТРОВІ ЕПШТЕЙНА ПіСЛЯ НІЧНИХ ОБСТРІЛІВ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19" name="Google Shape;419;p53" title="Screenshot 2026-02-13 at 13.42.5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4752" y="1375475"/>
            <a:ext cx="2016700" cy="25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3" title="Screenshot 2026-02-13 at 13.42.4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8250" y="1375475"/>
            <a:ext cx="1884425" cy="2360814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3"/>
          <p:cNvSpPr/>
          <p:nvPr/>
        </p:nvSpPr>
        <p:spPr>
          <a:xfrm>
            <a:off x="6306205" y="2418975"/>
            <a:ext cx="225000" cy="10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54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Що було зроблено: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54"/>
          <p:cNvSpPr txBox="1"/>
          <p:nvPr/>
        </p:nvSpPr>
        <p:spPr>
          <a:xfrm>
            <a:off x="5927675" y="610775"/>
            <a:ext cx="22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54"/>
          <p:cNvSpPr txBox="1"/>
          <p:nvPr/>
        </p:nvSpPr>
        <p:spPr>
          <a:xfrm>
            <a:off x="880800" y="526625"/>
            <a:ext cx="784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54"/>
          <p:cNvSpPr txBox="1"/>
          <p:nvPr/>
        </p:nvSpPr>
        <p:spPr>
          <a:xfrm>
            <a:off x="158500" y="858950"/>
            <a:ext cx="4353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Whisper(audio): -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Ocr: NV = КИЯНИ РОЗВАЖАЮТЬСЯ HA ОСТРОВІ ЕПШТЕЙНА ПіСЛЯ НІЧНИХ ОБСТРІЛІВ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1" name="Google Shape;431;p54" title="Screenshot 2026-02-13 at 13.42.5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4752" y="1375475"/>
            <a:ext cx="2016700" cy="25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54" title="Screenshot 2026-02-13 at 13.42.4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8250" y="1375475"/>
            <a:ext cx="1884425" cy="2360814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4"/>
          <p:cNvSpPr/>
          <p:nvPr/>
        </p:nvSpPr>
        <p:spPr>
          <a:xfrm>
            <a:off x="6306205" y="2418975"/>
            <a:ext cx="225000" cy="10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54"/>
          <p:cNvSpPr txBox="1"/>
          <p:nvPr/>
        </p:nvSpPr>
        <p:spPr>
          <a:xfrm>
            <a:off x="228525" y="2397925"/>
            <a:ext cx="3590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CLIP: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False positive: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Consistency Score: 0.2632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✅ High alignment: Text matches visual context.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5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Що було зроблено: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55"/>
          <p:cNvSpPr txBox="1"/>
          <p:nvPr/>
        </p:nvSpPr>
        <p:spPr>
          <a:xfrm>
            <a:off x="5927675" y="610775"/>
            <a:ext cx="22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2" name="Google Shape;442;p55"/>
          <p:cNvSpPr txBox="1"/>
          <p:nvPr/>
        </p:nvSpPr>
        <p:spPr>
          <a:xfrm>
            <a:off x="880800" y="526625"/>
            <a:ext cx="784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3" name="Google Shape;443;p55"/>
          <p:cNvSpPr txBox="1"/>
          <p:nvPr/>
        </p:nvSpPr>
        <p:spPr>
          <a:xfrm>
            <a:off x="158500" y="858950"/>
            <a:ext cx="435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4" name="Google Shape;444;p55" title="Screenshot 2026-02-13 at 13.42.5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4752" y="1375475"/>
            <a:ext cx="2016700" cy="25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55" title="Screenshot 2026-02-13 at 13.42.4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8250" y="1375475"/>
            <a:ext cx="1884425" cy="2360814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5"/>
          <p:cNvSpPr/>
          <p:nvPr/>
        </p:nvSpPr>
        <p:spPr>
          <a:xfrm>
            <a:off x="6306205" y="2418975"/>
            <a:ext cx="225000" cy="10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7" name="Google Shape;447;p55"/>
          <p:cNvSpPr txBox="1"/>
          <p:nvPr/>
        </p:nvSpPr>
        <p:spPr>
          <a:xfrm>
            <a:off x="228525" y="2397925"/>
            <a:ext cx="359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LLM (</a:t>
            </a:r>
            <a:r>
              <a:rPr lang="en" sz="1150">
                <a:solidFill>
                  <a:srgbClr val="3C4043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gemini-3-flash-preview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8" name="Google Shape;448;p55" title="Screenshot 2026-02-13 at 14.04.0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518" y="3061418"/>
            <a:ext cx="3713627" cy="99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55" title="Screenshot 2026-02-13 at 14.03.46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525" y="4265452"/>
            <a:ext cx="8731699" cy="54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6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Що було зроблено: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6" name="Google Shape;456;p56"/>
          <p:cNvSpPr txBox="1"/>
          <p:nvPr/>
        </p:nvSpPr>
        <p:spPr>
          <a:xfrm>
            <a:off x="5927675" y="610775"/>
            <a:ext cx="22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7" name="Google Shape;457;p56"/>
          <p:cNvSpPr txBox="1"/>
          <p:nvPr/>
        </p:nvSpPr>
        <p:spPr>
          <a:xfrm>
            <a:off x="880800" y="526625"/>
            <a:ext cx="784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8" name="Google Shape;458;p56"/>
          <p:cNvSpPr txBox="1"/>
          <p:nvPr/>
        </p:nvSpPr>
        <p:spPr>
          <a:xfrm>
            <a:off x="158500" y="858950"/>
            <a:ext cx="4353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Whisper(audio): -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Ocr: NV = КИЯНИ РОЗВАЖАЮТЬСЯ HA ОСТРОВІ ЕПШТЕЙНА ПіСЛЯ НІЧНИХ ОБСТРІЛІВ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59" name="Google Shape;459;p56" title="Screenshot 2026-02-13 at 13.42.5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4752" y="1375475"/>
            <a:ext cx="2016700" cy="25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56" title="Screenshot 2026-02-13 at 13.42.4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8250" y="1375475"/>
            <a:ext cx="1884425" cy="2360814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56"/>
          <p:cNvSpPr/>
          <p:nvPr/>
        </p:nvSpPr>
        <p:spPr>
          <a:xfrm>
            <a:off x="6306205" y="2418975"/>
            <a:ext cx="225000" cy="10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" name="Google Shape;462;p56"/>
          <p:cNvSpPr txBox="1"/>
          <p:nvPr/>
        </p:nvSpPr>
        <p:spPr>
          <a:xfrm>
            <a:off x="228525" y="2397925"/>
            <a:ext cx="359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LLM (</a:t>
            </a:r>
            <a:r>
              <a:rPr lang="en" sz="1150">
                <a:solidFill>
                  <a:srgbClr val="3C4043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gemini-3-flash-preview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63" name="Google Shape;463;p56" title="Screenshot 2026-02-13 at 13.59.5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242" y="2929264"/>
            <a:ext cx="8657176" cy="19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9" name="Google Shape;469;p57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датасет: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0" name="Google Shape;470;p57" title="Screenshot 2026-02-27 at 13.42.1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400" y="1093638"/>
            <a:ext cx="7191349" cy="295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7"/>
          <p:cNvSpPr txBox="1"/>
          <p:nvPr/>
        </p:nvSpPr>
        <p:spPr>
          <a:xfrm>
            <a:off x="5184375" y="4253850"/>
            <a:ext cx="294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Power Law Distribution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58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датасет: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58"/>
          <p:cNvSpPr txBox="1"/>
          <p:nvPr/>
        </p:nvSpPr>
        <p:spPr>
          <a:xfrm>
            <a:off x="5184375" y="4253850"/>
            <a:ext cx="294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Power Law Distribution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9" name="Google Shape;47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586" y="697050"/>
            <a:ext cx="5762974" cy="37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59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датасет: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6" name="Google Shape;48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2338" y="777125"/>
            <a:ext cx="3039475" cy="38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2" name="Google Shape;492;p60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датасет: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3" name="Google Shape;493;p60" title="Screenshot 2026-02-27 at 16.41.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9749" y="640442"/>
            <a:ext cx="5124050" cy="135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60" title="Screenshot 2026-02-27 at 16.41.16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1038" y="1974850"/>
            <a:ext cx="5124051" cy="1717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60" title="Screenshot 2026-02-27 at 16.41.23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0825" y="3701644"/>
            <a:ext cx="5124049" cy="1423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1" name="Google Shape;501;p61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датасет: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02" name="Google Shape;502;p61" title="Screenshot 2026-02-27 at 16.49.3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125" y="655797"/>
            <a:ext cx="3317018" cy="4227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61" title="Screenshot 2026-02-27 at 16.50.0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5918" y="991722"/>
            <a:ext cx="4052111" cy="386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9" name="Google Shape;509;p62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датасет: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10" name="Google Shape;510;p62" title="Screenshot 2026-03-12 at 11.14.3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63172"/>
            <a:ext cx="3350145" cy="4227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62" title="Screenshot 2026-03-12 at 11.15.0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4945" y="763172"/>
            <a:ext cx="4999402" cy="3866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7" name="Google Shape;517;p63"/>
          <p:cNvSpPr txBox="1"/>
          <p:nvPr/>
        </p:nvSpPr>
        <p:spPr>
          <a:xfrm>
            <a:off x="2991300" y="241472"/>
            <a:ext cx="31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датасет: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4"/>
          <p:cNvSpPr txBox="1"/>
          <p:nvPr>
            <p:ph type="title"/>
          </p:nvPr>
        </p:nvSpPr>
        <p:spPr>
          <a:xfrm>
            <a:off x="2398275" y="280925"/>
            <a:ext cx="4227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Блокери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64"/>
          <p:cNvSpPr txBox="1"/>
          <p:nvPr/>
        </p:nvSpPr>
        <p:spPr>
          <a:xfrm>
            <a:off x="876000" y="762725"/>
            <a:ext cx="3858600" cy="49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i="1" lang="en" sz="1100">
                <a:solidFill>
                  <a:schemeClr val="dk1"/>
                </a:solidFill>
              </a:rPr>
              <a:t>Міт з керівником +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i="1" lang="en" sz="1100">
                <a:solidFill>
                  <a:schemeClr val="dk1"/>
                </a:solidFill>
              </a:rPr>
              <a:t>RMA +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i="1" lang="en" sz="1100">
                <a:solidFill>
                  <a:schemeClr val="dk1"/>
                </a:solidFill>
              </a:rPr>
              <a:t>GenAI CV-HW1 submission</a:t>
            </a:r>
            <a:endParaRPr i="1" sz="1100"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		 	 	 		</a:t>
            </a:r>
            <a:endParaRPr sz="1100">
              <a:solidFill>
                <a:schemeClr val="lt1"/>
              </a:solidFill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			</a:t>
            </a:r>
            <a:endParaRPr sz="1100">
              <a:solidFill>
                <a:schemeClr val="lt1"/>
              </a:solidFill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				</a:t>
            </a:r>
            <a:endParaRPr sz="1100">
              <a:solidFill>
                <a:schemeClr val="lt1"/>
              </a:solidFill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					</a:t>
            </a:r>
            <a:endParaRPr sz="1100">
              <a:solidFill>
                <a:schemeClr val="lt1"/>
              </a:solidFill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						</a:t>
            </a:r>
            <a:endParaRPr sz="1100">
              <a:solidFill>
                <a:schemeClr val="lt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100">
                <a:solidFill>
                  <a:schemeClr val="lt1"/>
                </a:solidFill>
              </a:rPr>
              <a:t>							 								</a:t>
            </a:r>
            <a:br>
              <a:rPr lang="en" sz="1100">
                <a:solidFill>
                  <a:schemeClr val="lt1"/>
                </a:solidFill>
              </a:rPr>
            </a:br>
            <a:br>
              <a:rPr i="1" lang="en" sz="1100">
                <a:solidFill>
                  <a:srgbClr val="FAFAFA"/>
                </a:solidFill>
              </a:rPr>
            </a:br>
            <a:r>
              <a:rPr lang="en" sz="1100">
                <a:solidFill>
                  <a:schemeClr val="lt1"/>
                </a:solidFill>
              </a:rPr>
              <a:t> 							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						 					</a:t>
            </a:r>
            <a:endParaRPr sz="1100">
              <a:solidFill>
                <a:schemeClr val="lt1"/>
              </a:solidFill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				</a:t>
            </a:r>
            <a:endParaRPr sz="1100">
              <a:solidFill>
                <a:schemeClr val="lt1"/>
              </a:solidFill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			</a:t>
            </a:r>
            <a:endParaRPr sz="1100">
              <a:solidFill>
                <a:schemeClr val="lt1"/>
              </a:solidFill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		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24" name="Google Shape;52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7950" y="2996125"/>
            <a:ext cx="3082075" cy="17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